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各位专家好，本课题聚焦于高动态、强非线性环境下的多智能体非对称协同追击与编队格斗任务。底层基于 60Hz PID 与前馈补偿锁死航向/高度/航速，注入 1/V^2 动态配平与过载迎角保护器，构建 9 个 BFM 动作图元，根治海豚跳套利，确保高层 RL 聚焦纯粹战术协同。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IPPO 导致 -7,536 内卷死锁。连续高斯噪声使策略在 600 步长时序中严重抖动。AND-gate 下空间完美 (34.8deg) 但时间零分——长机 329m 突入截断，僚机 1,974m 外。时空脱节死锁。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我们推翻了扁平特征平铺拼接，开发了 Token-Based 多头自注意力网络。参数共享下两机同一权重，Mate Token 携带相对位置差异，自注意力自发引爆对称性破缺。配合集中式评论员为分布式执行提供全局价值引导。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面对连续高斯噪声导致的同步失效，我们实施了动作空间的降维打击。重构为 MultiDiscrete([5,3]) = 15 种战术图元。策略熵上限锁死在 2.71。离散化释放 Action Masking 红利——失速/近地/超速时上游 Logits 抹为负无穷，为超长时序信用分配清除混沌梯度。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在前 50 轮所有色块均匀平铺。250 轮后僚机以 80% 概率输出 Fast，长机自发 Slow 减速动作。80m/s 巨大相对航速差强行合拢时间缺口——闭环高级协同涌现。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面对严格 AND-gate 的价值真空区，我们实施了动态距离包线退火课程。探索初期 2000m 门槛即可引爆 +5000 奖赏，集中式评论员迅速建立协同价值高地。漏斗收窄至 800m。DAC 将基线拉升 5000 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 100 轮贡献几乎完全由 Progress 和压低后的 DAP 占据。150 轮退火收紧后协同合围成功奖励面积开始单调扩张。完美的 handover 式梯度接力——课程学习搭梯子跨越价值真空。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由浅入深 7 个对照组。从 IPPO 崩溃到 OR-gate 冲破天花板 33%，再到 AND 揭示连续噪声局限，最终离散 Self-Attention 零知识转正。严密勾勒出 MARL 突破瓶颈的完整进化史。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 4a-v2 冷启动 320 轮轰出 3 次 Eval 大转正，最高 +2376。3D 轨迹经轴比校准高度锁死。2D KDE——红方在敌机尾部 35-60deg 凝聚高密深红热区。协同引导已成统计本能。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7,858 步几何角色切片。Interceptor MHA Self-&gt;Target 以 Cohen d=-0.53 大效应量超越 Striker 31%。双机 Self-&gt;Mate 全时锁在 0.44-0.45。持续性隐式协同——MARL 涌现的最高级形态。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DAC 实现 5000 分暴涨和 3 次转正，但 320 轮仍有回落。Vanilla CTDE 缺乏 Delta TGO 路由。划定扁平 CTDE 理论熵墙——为层级控制与显式通信提供科学正当性。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参数共享+语义 Token 具备零成本 N 机外推。引入匈牙利算法剪枝火力分配，深化 SMDP 分层重构，通过 Self-Play 在对抗中螺旋升级。感谢各位专家，请多指教。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8288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基于六自由度气动动力学的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多智能体协同追击决策涌现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CTDE with Self-Attention + Discrete Primitives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JSBSim 6-DOF F-16 编队追猎中超越集中式 PPO 上限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Nishimiya  .  Zhejiang University  .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核心卡点: 协同的死亡三角与时空脱节死锁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3703320" cy="5303520"/>
          </a:xfrm>
          <a:prstGeom prst="roundRect">
            <a:avLst>
              <a:gd name="adj" fmla="val 1235"/>
            </a:avLst>
          </a:prstGeom>
          <a:solidFill>
            <a:srgbClr val="F2F7F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非平稳性死锁 (Non-Stationarity)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 IPPO 缺乏隐式表征与全局价值引导，网络梯度充斥互干扰噪声，训练坠入 -7,536 死锁平台。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4892040"/>
            <a:ext cx="3383280" cy="548640"/>
          </a:xfrm>
          <a:prstGeom prst="roundRect">
            <a:avLst>
              <a:gd name="adj" fmla="val 8333"/>
            </a:avLst>
          </a:prstGeom>
          <a:solidFill>
            <a:srgbClr val="2CC44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4892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参数共享 MAPPO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960120"/>
            <a:ext cx="3703320" cy="5303520"/>
          </a:xfrm>
          <a:prstGeom prst="roundRect">
            <a:avLst>
              <a:gd name="adj" fmla="val 1235"/>
            </a:avLst>
          </a:prstGeom>
          <a:solidFill>
            <a:srgbClr val="F2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探索高斯噪声耗散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34840" y="164592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Box(2) 依赖高斯方差盲目探索，600 步长时序中动作高频抖动 (Chattering)，无法输出坚决战术决断。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34840" y="4892040"/>
            <a:ext cx="3383280" cy="548640"/>
          </a:xfrm>
          <a:prstGeom prst="roundRect">
            <a:avLst>
              <a:gd name="adj" fmla="val 8333"/>
            </a:avLst>
          </a:prstGeom>
          <a:solidFill>
            <a:srgbClr val="2CC44D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4892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离散动作 (熵上限 2.71)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83880" y="960120"/>
            <a:ext cx="3703320" cy="5303520"/>
          </a:xfrm>
          <a:prstGeom prst="roundRect">
            <a:avLst>
              <a:gd name="adj" fmla="val 1235"/>
            </a:avLst>
          </a:prstGeom>
          <a:solidFill>
            <a:srgbClr val="F2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时空相位脱节 (AND-gate)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164592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 34.8deg 黄金包抄——合格。时间同步率 0.0%——长机 329m 突入截断，僚机 1,974m 外绝望。交战步数腰斩至 165 步。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66760" y="4892040"/>
            <a:ext cx="3383280" cy="548640"/>
          </a:xfrm>
          <a:prstGeom prst="roundRect">
            <a:avLst>
              <a:gd name="adj" fmla="val 8333"/>
            </a:avLst>
          </a:prstGeom>
          <a:solidFill>
            <a:srgbClr val="2CC44D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4892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DAC 退火 + 配速惩罚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架构重构 A: 参数共享 Self-Attention CTDE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6217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打破特征平铺拼接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33 维观测解耦为 Self(13)、Target(14)、Mate(6) 三个独立语义 Token，通过线性层映射到 d_model=128 高阶表征空间。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4-Head Multi-Head Self-Attention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Q-K-V 交互强迫智能体在表征层内部自发建立 Self-Mate-Target 三维相对运动学关联与拓扑约束。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参数共享 + 自发性对称破缺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两机运行同一套 Actor 权重。Mate Token 携带相对位置的非对称性，自注意力层自发引爆异质化角色分化。天然具备向 N 机零成本扩展的位置无关性 (Permutation Invariance)。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Centralized Critic 全局价值引导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评论员接收两机联合全局运动学状态，为分布式执行提供无偏且大幅降低方差的全局价值信号。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49377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管道: [Self] [Target] [Mate] -&gt; Linear -&gt; 4-Head MHA -&gt; Learned Pool -&gt; MLP[256,256] -&gt; Action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0" y="100584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0" y="104241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0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Self-&gt;Mate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0" y="100584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0" y="104241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-0.53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686800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d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 effect)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0" y="1005840"/>
            <a:ext cx="1691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0" y="104241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515600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Mate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  <p:pic>
        <p:nvPicPr>
          <p:cNvPr id="17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237744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架构重构 B: 离散战术图元 + Action Masking 上游剪枝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探索维度压缩: 15 种宏观战术图元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档航向率 (大左转/小左转/平飞/小右转/大右转) x 3 档绝对战术速度基线 (慢速 180m/s 挂杆等待 / 巡航 250m/s 均衡追击 / 快速 320m/s 加力赶超)。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数学熵上限锁死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全局探索熵硬性锁死在 ln(5)+ln(3)~2.71，从根本上消除浮点数边缘高频颤噪 Runaway 现象。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Masking 上游剪枝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空速 &lt; 130m/s 失速警告线 -&gt; 禁止慢速+急转。近地 &lt; 200m -&gt; 禁止急转俯冲。超速 &gt; 95% Vmax -&gt; 禁止加力。上游 Logits 直接抹为 -inf，为超长时序信用分配清除致死混沌梯度。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60720" y="960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(5档)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280160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280160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200" y="128016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急左转 -15deg/s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1627632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627632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62763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缓左转 -5deg/s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1975104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975104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97510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直飞 0deg/s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60720" y="2322576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2322576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257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缓右转 +5deg/s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2670048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267004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67004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急右转 +15deg/s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3154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(3档)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0" y="3474720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3474720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34747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慢速 180 m/s (挂杆等待)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60720" y="3822192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3822192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382219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巡航 250 m/s (均衡追击)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760720" y="4169664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2F7F9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4169664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416966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 320 m/s (加力冲刺)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动作图元时序演变: 从无序探索到确定性战术固化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6" name="Image 0" descr="results/viz/paper_charts/chart1_action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1005840"/>
            <a:ext cx="7772400" cy="548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005840"/>
            <a:ext cx="3657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 (0-50轮): 速度与转弯色块极度均匀平铺，智能体处于全局 Categorical 盲目探索期，战术行为充斥着频繁换向与左右拉扯。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后期 (250-320轮): 僚机 Fast (260m/s) 概率爆发跃升并单调锁死在 78%+；长机突入内圈后自发将大面积概率分配给 Slow (180m/s) 蓄势等待。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结论: 双机自发通过 80m/s 宏观速度差强行收拢几何弧长差——在离散动作空间中涌现闭环高级协同形态。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核心机制创新: 动态包线退火 (DAC) + 非对称惩罚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6217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非对称距离惩罚 (DAP)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全时动态监控双机瞬时相对间距，对 |d0-d1| &gt; 500m 的贪婪独狼套利行为施加联合梯度惩罚，强行摧毁分布式早期盲目搭便车死锁。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动态距离包线退火 (DAC)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Thresh_AND = max(800, 2000 - decay_rate x iter)。探索前 100 轮放宽至 2000m，双机突入且夹角及格即引爆 +5000 大额协同成功奖赏，为 Centralized Critic 注入第一桶正向梯度。漏斗线性单调收窄至 800m。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时间同步配速惩罚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&lt; 1200m 且 Interceptor &gt; 1500m -&gt; 团队受罚。强制长机等待僚机同步，防止独狼贪婪冲锋。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综合效果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联合机制将 AND-gate 基线从 -5909 暴力拉升 5000 分至 -1171 突破性高度。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1005840"/>
            <a:ext cx="22860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0" y="10424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拉升幅度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严格 AND)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26880" y="1005840"/>
            <a:ext cx="22860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0" y="10424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-5,909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32688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重构前基线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(严格 AND)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005840"/>
            <a:ext cx="22860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0424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-1,171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后最优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(历史高度)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1005840"/>
            <a:ext cx="22860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10424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1,974m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2688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中位距离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(追赶极限)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奖励成分解耦: 课程学习的梯度接力实证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6" name="Image 0" descr="results/viz/paper_charts/chart3_reward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1005840"/>
            <a:ext cx="7589520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1005840"/>
            <a:ext cx="384048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高粒度时序物理解耦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100 轮: 贡献由 Progress + ATA 主导，DAP 惩罚面积被压低。智能体高频吸收空间收拢稠密梯度，未发生 Reward Hacking。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轮后 (退火收紧): Progress 平滑趋于饱和，代表协同合围成功奖励的亮色面积开始呈统计显著性单调扩张。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完美 Handover: 梯度从空间引导接力到协同合围——课程学习搭梯子跨越价值真空区的演进机理。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全版本消融大盘点: 六代模型完整进化证据链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115214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1168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0" y="1005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动作空间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0" y="1005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0" y="10058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轮数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0" y="1005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最佳Eval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0" y="10058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Eval&gt;0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0" y="1005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1463040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2F7F9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14630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(非协同)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146304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46304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46304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146304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14630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-8,053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146304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0" y="14630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IPPO内卷死锁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2075688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207568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 (OR-gate)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207568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207568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07568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207568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07568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+7,888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0" y="207568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78240" y="207568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超SB3天花板33%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" y="2688336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2F7F9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268833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3v3 (AND退火)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11680" y="268833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83280" y="268833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268833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2688336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268833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-1,171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0" y="2688336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778240" y="268833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DAC拉升5000分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82880" y="3300984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82880" y="330098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 (MLP)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011680" y="330098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fallback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83280" y="330098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0" y="330098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35040" y="3300984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66560" y="33009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-4,542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046720" y="3300984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778240" y="330098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纯MLP零BC—基线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2880" y="3913632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2F7F9"/>
          </a:solidFill>
          <a:ln/>
        </p:spPr>
      </p:sp>
      <p:sp>
        <p:nvSpPr>
          <p:cNvPr id="52" name="Text 50"/>
          <p:cNvSpPr/>
          <p:nvPr/>
        </p:nvSpPr>
        <p:spPr>
          <a:xfrm>
            <a:off x="182880" y="391363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4a-v2 (Attn)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011680" y="391363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83280" y="391363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29200" y="3913632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35040" y="391363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766560" y="391363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+1,345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046720" y="391363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778240" y="39136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Self-Attn冷启转正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82880" y="4526280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82880" y="45262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4b (Attn+BC)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011680" y="45262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383280" y="45262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029200" y="45262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离散BC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035040" y="45262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766560" y="452628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-1,135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046720" y="45262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778240" y="45262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BC稳定无额外峰值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82880" y="5138928"/>
            <a:ext cx="11521440" cy="566928"/>
          </a:xfrm>
          <a:prstGeom prst="roundRect">
            <a:avLst>
              <a:gd name="adj" fmla="val 8065"/>
            </a:avLst>
          </a:prstGeom>
          <a:solidFill>
            <a:srgbClr val="F2F7F9"/>
          </a:solidFill>
          <a:ln/>
        </p:spPr>
      </p:sp>
      <p:sp>
        <p:nvSpPr>
          <p:cNvPr id="70" name="Text 68"/>
          <p:cNvSpPr/>
          <p:nvPr/>
        </p:nvSpPr>
        <p:spPr>
          <a:xfrm>
            <a:off x="182880" y="513892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4a-v2 ext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011680" y="513892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383280" y="51389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029200" y="513892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035040" y="513892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766560" y="513892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+2,376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046720" y="513892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778240" y="513892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零知识涌现—结构定上限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82880" y="5824728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 完整进化链: IPPO崩溃 -&gt; 连续拉升 -&gt; AND脱节 -&gt; 离散Self-Attn零知识转正。Inductive Bias决定上限, BC仅影响收敛速率。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核心成果 1: 离散自注意力下的零知识战术涌现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打破死记硬背质疑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4a-v2 绝对冷启动。320 轮内 3 次 Eval 确定性测试大转正 Spike: +1345, +2376, +4.0。最高峰 +2376 历史性高位。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轨迹三维校准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X:Y:Z=1:1:0.1 精确轴比修正。长机 200m 锁敌，高度包线 +/-10m 平滑固化，无任何重力套利嫌疑。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KDE 统计铁证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集 15,000+ 帧全量评估。红方打点在敌机尾部 35-60deg 黄金包围圈内凝聚为高密深红热区——协同引导已成全盘大样本统计本能。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557784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56144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+2,376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6080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最高Eval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正向突破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557784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56144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6080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正向转正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总次数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557784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56144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6080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训练轮数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557784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56144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6080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专家样本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干预</a:t>
            </a:r>
            <a:endParaRPr lang="en-US" sz="1100" dirty="0"/>
          </a:p>
        </p:txBody>
      </p:sp>
      <p:pic>
        <p:nvPicPr>
          <p:cNvPr id="19" name="Image 0" descr="results/viz/paper_charts/chart2_spatial_k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914400"/>
            <a:ext cx="3291840" cy="2926080"/>
          </a:xfrm>
          <a:prstGeom prst="rect">
            <a:avLst/>
          </a:prstGeom>
        </p:spPr>
      </p:pic>
      <p:pic>
        <p:nvPicPr>
          <p:cNvPr id="20" name="Image 1" descr="results/viz/paper_charts/chart5_health_metr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0" y="91440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核心成果 2: 自发性对称破缺与持续性隐式协同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Cohen d = -0.53 强效应量 (7,858步瞬时几何角色切片)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MHA Self-&gt;Target 以极高统计显著性超越 Striker 31%。展现果断的高速弥补距离劣势角色偏好。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持续性隐式协同 (推翻二元切换假设)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两机 MHA Self-&gt;Mate 全时锁定在 0.44-0.45 极高一致高位。骨子里维持全时高强度团队默契，仅基于瞬时物理拓扑微调目标专注度——高级隐式协同范式。</a:t>
            </a:r>
            <a:endParaRPr lang="en-US" sz="1500" dirty="0"/>
          </a:p>
        </p:txBody>
      </p:sp>
      <p:pic>
        <p:nvPicPr>
          <p:cNvPr id="7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914400"/>
            <a:ext cx="59436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信息论边界: CTDE 熵墙与 Failure Case 深度解剖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97280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F2F7F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双机同步入线率 (BOTH&lt;800m)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1097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致命瓶颈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10512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F2F7F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10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单机入线率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18105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22.1%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217627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可以接近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F2F7F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5237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夹击角 &gt;30deg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252374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58.4%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28895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空间合格!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36976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F2F7F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369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中位距离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0" y="323697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329 m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360273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逼近出色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950208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F2F7F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950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中位距离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40480" y="39502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1,974 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" y="431596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无法缩小差距</a:t>
            </a:r>
            <a:endParaRPr lang="en-US" sz="1000" dirty="0"/>
          </a:p>
        </p:txBody>
      </p:sp>
      <p:pic>
        <p:nvPicPr>
          <p:cNvPr id="26" name="Image 0" descr="results/viz/paper_charts/chart4_termination_reas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051560"/>
            <a:ext cx="5943600" cy="36576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035040" y="48463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边缘悬崖: 320 轮后期 Logits 跨格点抖动跌至 -6653。离散 AND-gate 奖励曲面演变为窄深峡谷。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Vanilla CTDE 天花板: 33-dim 局部视界缺乏 Delta TGO 表达。僚机算不准长机踩进 800m 的秒级相位戳。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诚实结论: 划定扁平无通信分布式控制在严格 AND 同步任务的理论边界。为层级控制+显式通信提供科学 Imperative。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未来进军路线: 层级 SMDP + 匈牙利指派 + Self-Play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51560"/>
            <a:ext cx="116128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1430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大规模外推 + 匈牙利算法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5087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参数共享+语义 Token 零成本 N 机扩展。转向 3v1/4v2，挂载匈牙利算法剪枝火力-目标匹配组合爆炸。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116128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377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微分层 SMDP 重构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743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上层 Policy 2Hz 专注宏观 BFM 意图坚决输出；下层 Action Masking 60Hz 物理安全锁死。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116128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033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Self-Play + League Training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977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群体课程自博弈 (PCSP) + 联赛训练，拆除固定脚本，红蓝对抗中螺旋进化最高阶空战战术。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" y="4754880"/>
            <a:ext cx="116128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0D0D8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9377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48463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显式 Delta TGO 通信信道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52120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引入预计到达时间差信号，架设时空同步桥梁，一击突破 AND-gate 终极天花板。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74320" y="6126480"/>
            <a:ext cx="116128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 . 欢迎提问与讨论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74320" y="67208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sean@zju.edu.cn  .  github.com/NishimiyaXSean/jsbsim-marl-formation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附录: Critic 解释方差与网络健康诊断 (Q&amp;A 防守页)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161288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Explained Variance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解释方差跨越 0.2 混沌区后以极高鲁棒性单调爬升，最终稳定在 0.85+ 高位平台——集中式评论员已彻底拟合 600 步超长时序的联合状态价值边界。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Entropy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策略熵由理论格点上限 2.71 极其平滑单调地下移至 1.77 中心平台。无崩塌至 0.04 导致的策略僵死，也无发散至 2.5+ 的无序随机——系统处于极佳淬火期。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所有前述成果的第一底层算法健康铁证。梯度无作弊、无套利、无崩溃。</a:t>
            </a:r>
            <a:endParaRPr lang="en-US" sz="1500" dirty="0"/>
          </a:p>
        </p:txBody>
      </p:sp>
      <p:pic>
        <p:nvPicPr>
          <p:cNvPr id="7" name="Image 0" descr="results/viz/paper_charts/chart5_health_metr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005840"/>
            <a:ext cx="594360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Sean Nishimiya</dc:creator>
  <cp:lastModifiedBy>Sean Nishimiya</cp:lastModifiedBy>
  <cp:revision>1</cp:revision>
  <dcterms:created xsi:type="dcterms:W3CDTF">2026-07-10T03:31:50Z</dcterms:created>
  <dcterms:modified xsi:type="dcterms:W3CDTF">2026-07-10T03:31:50Z</dcterms:modified>
</cp:coreProperties>
</file>